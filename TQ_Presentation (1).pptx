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MCQs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8C9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Ta-Ha</c:v>
                  </c:pt>
                  <c:pt idx="1">
                    <c:v>Maryam</c:v>
                  </c:pt>
                  <c:pt idx="2">
                    <c:v>Anbiya</c:v>
                  </c:pt>
                  <c:pt idx="3">
                    <c:v>Al-Hajj</c:v>
                  </c:pt>
                  <c:pt idx="4">
                    <c:v>Furqan</c:v>
                  </c:pt>
                  <c:pt idx="5">
                    <c:v>Shu'ara</c:v>
                  </c:pt>
                  <c:pt idx="6">
                    <c:v>Naml</c:v>
                  </c:pt>
                  <c:pt idx="7">
                    <c:v>Qasas</c:v>
                  </c:pt>
                  <c:pt idx="8">
                    <c:v>Ankabut</c:v>
                  </c:pt>
                  <c:pt idx="9">
                    <c:v>Ar-Rum</c:v>
                  </c:pt>
                  <c:pt idx="10">
                    <c:v>Luqman</c:v>
                  </c:pt>
                  <c:pt idx="11">
                    <c:v>Sajdah</c:v>
                  </c:pt>
                  <c:pt idx="12">
                    <c:v>Saba</c:v>
                  </c:pt>
                  <c:pt idx="13">
                    <c:v>Fatir</c:v>
                  </c:pt>
                  <c:pt idx="14">
                    <c:v>Ya-Sin</c:v>
                  </c:pt>
                  <c:pt idx="15">
                    <c:v>Saffat</c:v>
                  </c:pt>
                  <c:pt idx="16">
                    <c:v>Sad</c:v>
                  </c:pt>
                  <c:pt idx="17">
                    <c:v>Ahqaf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13</c:v>
                </c:pt>
                <c:pt idx="1">
                  <c:v>12</c:v>
                </c:pt>
                <c:pt idx="2">
                  <c:v>14</c:v>
                </c:pt>
                <c:pt idx="3">
                  <c:v>11</c:v>
                </c:pt>
                <c:pt idx="4">
                  <c:v>13</c:v>
                </c:pt>
                <c:pt idx="5">
                  <c:v>10</c:v>
                </c:pt>
                <c:pt idx="6">
                  <c:v>11</c:v>
                </c:pt>
                <c:pt idx="7">
                  <c:v>13</c:v>
                </c:pt>
                <c:pt idx="8">
                  <c:v>12</c:v>
                </c:pt>
                <c:pt idx="9">
                  <c:v>13</c:v>
                </c:pt>
                <c:pt idx="10">
                  <c:v>11</c:v>
                </c:pt>
                <c:pt idx="11">
                  <c:v>12</c:v>
                </c:pt>
                <c:pt idx="12">
                  <c:v>12</c:v>
                </c:pt>
                <c:pt idx="13">
                  <c:v>12</c:v>
                </c:pt>
                <c:pt idx="14">
                  <c:v>12</c:v>
                </c:pt>
                <c:pt idx="15">
                  <c:v>12</c:v>
                </c:pt>
                <c:pt idx="16">
                  <c:v>12</c:v>
                </c:pt>
                <c:pt idx="17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8C9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E8C9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6350" cap="flat">
              <a:solidFill>
                <a:srgbClr val="1E7A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C9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4A28">
        <a:alpha val="7000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Difficulty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7A47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AF6E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AF6E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Easy (~60%)</c:v>
                </c:pt>
                <c:pt idx="1">
                  <c:v>Hard (~40%)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132</c:v>
                </c:pt>
                <c:pt idx="1">
                  <c:v>89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0A1F1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Words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8C9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5A30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Maryam</c:v>
                  </c:pt>
                  <c:pt idx="1">
                    <c:v>Ta-Ha</c:v>
                  </c:pt>
                  <c:pt idx="2">
                    <c:v>Al-Anbiya</c:v>
                  </c:pt>
                  <c:pt idx="3">
                    <c:v>Al-Hajj</c:v>
                  </c:pt>
                  <c:pt idx="4">
                    <c:v>Al-Furqan</c:v>
                  </c:pt>
                  <c:pt idx="5">
                    <c:v>Al-Ahqaf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</c:v>
                </c:pt>
                <c:pt idx="1">
                  <c:v>14</c:v>
                </c:pt>
                <c:pt idx="2">
                  <c:v>12</c:v>
                </c:pt>
                <c:pt idx="3">
                  <c:v>9</c:v>
                </c:pt>
                <c:pt idx="4">
                  <c:v>30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8C9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C9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7A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C9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4A28">
        <a:alpha val="70000"/>
      </a:srgbClr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Badges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C9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5A30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Start
آغاز</c:v>
                  </c:pt>
                  <c:pt idx="1">
                    <c:v>Score
سکور</c:v>
                  </c:pt>
                  <c:pt idx="2">
                    <c:v>Streak
استقامت</c:v>
                  </c:pt>
                  <c:pt idx="3">
                    <c:v>Skill
مہارت</c:v>
                  </c:pt>
                  <c:pt idx="4">
                    <c:v>Study
تلاوت</c:v>
                  </c:pt>
                  <c:pt idx="5">
                    <c:v>Special
خاص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C9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C9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7A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C9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4A28">
        <a:alpha val="7000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315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37744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402336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566928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73152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89611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0" y="-548640"/>
            <a:ext cx="2926080" cy="2926080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1E7A4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بِسْمِ اللّٰهِ الرَّحْمٰنِ الرَّحِيْمِ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777240"/>
            <a:ext cx="8412480" cy="22860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9144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TARJAMAT-UL-QURAN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65760" y="1691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ترجمۃ القرآن — مکمل آف لائن تعلیمی نظام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155C35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3042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9TH CLASS  |  LAHORE BOARD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1965960" cy="1097280"/>
          </a:xfrm>
          <a:prstGeom prst="rect">
            <a:avLst/>
          </a:prstGeom>
          <a:solidFill>
            <a:srgbClr val="0D4A2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926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221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65760" y="34564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2880360"/>
            <a:ext cx="1965960" cy="1097280"/>
          </a:xfrm>
          <a:prstGeom prst="rect">
            <a:avLst/>
          </a:prstGeom>
          <a:solidFill>
            <a:srgbClr val="0D4A2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14600" y="2926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514600" y="34564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1965960" cy="1097280"/>
          </a:xfrm>
          <a:prstGeom prst="rect">
            <a:avLst/>
          </a:prstGeom>
          <a:solidFill>
            <a:srgbClr val="0D4A2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2926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663440" y="34564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Surahs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12280" y="2880360"/>
            <a:ext cx="1965960" cy="1097280"/>
          </a:xfrm>
          <a:prstGeom prst="rect">
            <a:avLst/>
          </a:prstGeom>
          <a:solidFill>
            <a:srgbClr val="0D4A2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12280" y="2926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812280" y="34564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160520"/>
            <a:ext cx="8412480" cy="22860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9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Hafiz Abdullah Waseem  |  حافظ عبداللہ وسیم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0" y="4297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9060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315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37744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402336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566928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73152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89611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55C35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" y="804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this presentation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234440"/>
            <a:ext cx="4160520" cy="804672"/>
          </a:xfrm>
          <a:prstGeom prst="rect">
            <a:avLst/>
          </a:prstGeom>
          <a:solidFill>
            <a:srgbClr val="0D4A28">
              <a:alpha val="8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234440"/>
            <a:ext cx="45720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23444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12710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Overview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163677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app &amp; key highlights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167128"/>
            <a:ext cx="4160520" cy="804672"/>
          </a:xfrm>
          <a:prstGeom prst="rect">
            <a:avLst/>
          </a:prstGeom>
          <a:solidFill>
            <a:srgbClr val="0D4A28">
              <a:alpha val="8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167128"/>
            <a:ext cx="45720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167128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22037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MCQ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25694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questions across 18 Surahs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099816"/>
            <a:ext cx="4160520" cy="804672"/>
          </a:xfrm>
          <a:prstGeom prst="rect">
            <a:avLst/>
          </a:prstGeom>
          <a:solidFill>
            <a:srgbClr val="0D4A28">
              <a:alpha val="8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99816"/>
            <a:ext cx="45720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99816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31363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&amp; Duas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5021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words + 8 Duas + 32 Ayaat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032504"/>
            <a:ext cx="4160520" cy="804672"/>
          </a:xfrm>
          <a:prstGeom prst="rect">
            <a:avLst/>
          </a:prstGeom>
          <a:solidFill>
            <a:srgbClr val="0D4A28">
              <a:alpha val="8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032504"/>
            <a:ext cx="45720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32504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40690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Answers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44348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Q&amp;As in 6 categories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1234440"/>
            <a:ext cx="4160520" cy="804672"/>
          </a:xfrm>
          <a:prstGeom prst="rect">
            <a:avLst/>
          </a:prstGeom>
          <a:solidFill>
            <a:srgbClr val="0D4A28">
              <a:alpha val="8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234440"/>
            <a:ext cx="45720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23444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12710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(20+)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163677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breakdown &amp; tools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2167128"/>
            <a:ext cx="4160520" cy="804672"/>
          </a:xfrm>
          <a:prstGeom prst="rect">
            <a:avLst/>
          </a:prstGeom>
          <a:solidFill>
            <a:srgbClr val="0D4A28">
              <a:alpha val="8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2167128"/>
            <a:ext cx="45720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167128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57800" y="22037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Themes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7800" y="25694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themes + visual system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099816"/>
            <a:ext cx="4160520" cy="804672"/>
          </a:xfrm>
          <a:prstGeom prst="rect">
            <a:avLst/>
          </a:prstGeom>
          <a:solidFill>
            <a:srgbClr val="0D4A28">
              <a:alpha val="8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099816"/>
            <a:ext cx="45720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099816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57800" y="31363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Badges &amp; Gamification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57800" y="35021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achievement badges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032504"/>
            <a:ext cx="4160520" cy="804672"/>
          </a:xfrm>
          <a:prstGeom prst="rect">
            <a:avLst/>
          </a:prstGeom>
          <a:solidFill>
            <a:srgbClr val="0D4A28">
              <a:alpha val="8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4032504"/>
            <a:ext cx="45720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032504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257800" y="40690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Summary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57800" y="44348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storage &amp; how to update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Abdullah Waseem  | 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315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37744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402336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566928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73152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89611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4592"/>
            <a:ext cx="109728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45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OVERVIEW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Overview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435608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38988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— 266KB, fully offline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1819656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77393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(PWA) — installable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203704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15798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Surahs — Lahore Board 9th Class syllabus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58775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5420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data points across 8 content types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97180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9260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Right-to-Left (RTL) Urdu + Arabic support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355848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101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— all progress saved automatically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739896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69417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+ Noto Nastaliq Urdu + Amiri fonts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123944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07822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interactive features in one file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1280160"/>
            <a:ext cx="4069080" cy="960120"/>
          </a:xfrm>
          <a:prstGeom prst="rect">
            <a:avLst/>
          </a:prstGeom>
          <a:solidFill>
            <a:srgbClr val="0D4A28">
              <a:alpha val="80000"/>
            </a:srgbClr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28016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33502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221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892040" y="1810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Questions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Surahs covered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377440"/>
            <a:ext cx="4069080" cy="960120"/>
          </a:xfrm>
          <a:prstGeom prst="rect">
            <a:avLst/>
          </a:prstGeom>
          <a:solidFill>
            <a:srgbClr val="0D4A28">
              <a:alpha val="80000"/>
            </a:srgbClr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377440"/>
            <a:ext cx="10972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43230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4892040" y="2907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types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474720"/>
            <a:ext cx="4069080" cy="960120"/>
          </a:xfrm>
          <a:prstGeom prst="rect">
            <a:avLst/>
          </a:prstGeom>
          <a:solidFill>
            <a:srgbClr val="0D4A28">
              <a:alpha val="80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474720"/>
            <a:ext cx="10972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52958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489204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3703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Flash, AI...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Abdullah Waseem  | 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315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37744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402336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566928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73152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89611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4592"/>
            <a:ext cx="9144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4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MCQ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MCQ Questions — 221 Total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576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across all 18 Surahs of the Lahore Board syllabus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65760" y="1417320"/>
          <a:ext cx="84124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Abdullah Waseem  | 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315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37744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402336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566928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73152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89611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4592"/>
            <a:ext cx="9144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4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MCQ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Difficulty &amp; Coverage Analysis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576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Difficulty Split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65760" y="1508760"/>
          <a:ext cx="41148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70916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 Covered per MCQ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09160" y="1600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Surah Introduction &amp; History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0" y="16002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09160" y="1874520"/>
            <a:ext cx="3474720" cy="91440"/>
          </a:xfrm>
          <a:prstGeom prst="rect">
            <a:avLst/>
          </a:prstGeom>
          <a:solidFill>
            <a:srgbClr val="0D4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1874520"/>
            <a:ext cx="347472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2075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Stories (Anbiya)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0" y="20756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2350008"/>
            <a:ext cx="3474720" cy="91440"/>
          </a:xfrm>
          <a:prstGeom prst="rect">
            <a:avLst/>
          </a:prstGeom>
          <a:solidFill>
            <a:srgbClr val="0D4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09160" y="2350008"/>
            <a:ext cx="312724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9160" y="25511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Beliefs &amp; Morals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29600" y="25511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09160" y="2825496"/>
            <a:ext cx="3474720" cy="91440"/>
          </a:xfrm>
          <a:prstGeom prst="rect">
            <a:avLst/>
          </a:prstGeom>
          <a:solidFill>
            <a:srgbClr val="0D4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09160" y="2825496"/>
            <a:ext cx="295351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30266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Count &amp; Rukoo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29600" y="3026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09160" y="3300984"/>
            <a:ext cx="3474720" cy="91440"/>
          </a:xfrm>
          <a:prstGeom prst="rect">
            <a:avLst/>
          </a:prstGeom>
          <a:solidFill>
            <a:srgbClr val="0D4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09160" y="3300984"/>
            <a:ext cx="2779776" cy="91440"/>
          </a:xfrm>
          <a:prstGeom prst="rect">
            <a:avLst/>
          </a:prstGeom>
          <a:solidFill>
            <a:srgbClr val="65A3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09160" y="35021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Makkah / Madinah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229600" y="35021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709160" y="3776472"/>
            <a:ext cx="3474720" cy="91440"/>
          </a:xfrm>
          <a:prstGeom prst="rect">
            <a:avLst/>
          </a:prstGeom>
          <a:solidFill>
            <a:srgbClr val="0D4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09160" y="3776472"/>
            <a:ext cx="26060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09160" y="3977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Characteristics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229600" y="39776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709160" y="4251960"/>
            <a:ext cx="3474720" cy="91440"/>
          </a:xfrm>
          <a:prstGeom prst="rect">
            <a:avLst/>
          </a:prstGeom>
          <a:solidFill>
            <a:srgbClr val="0D4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709160" y="4251960"/>
            <a:ext cx="243230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Abdullah Waseem  | 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315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37744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402336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566928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73152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89611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4592"/>
            <a:ext cx="118872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45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VOCAB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Vocabulary, Duas &amp; Ayaat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576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 Vocabulary Words — By Surah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65760" y="1508760"/>
          <a:ext cx="5120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5669280" y="1188720"/>
            <a:ext cx="3108960" cy="1170432"/>
          </a:xfrm>
          <a:prstGeom prst="rect">
            <a:avLst/>
          </a:prstGeom>
          <a:solidFill>
            <a:srgbClr val="0D4A28">
              <a:alpha val="80000"/>
            </a:srgbClr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1188720"/>
            <a:ext cx="109728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33872" y="1280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5833872" y="175564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&amp; Ahadith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0" y="135331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Urdu translation · All key Surahs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669280" y="2487168"/>
            <a:ext cx="3108960" cy="1170432"/>
          </a:xfrm>
          <a:prstGeom prst="rect">
            <a:avLst/>
          </a:prstGeom>
          <a:solidFill>
            <a:srgbClr val="0D4A28">
              <a:alpha val="80000"/>
            </a:srgbClr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0" y="2487168"/>
            <a:ext cx="10972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57860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5833872" y="305409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Ayaat Mubarka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5800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Word-by-word translation · 5 Surahs covered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669280" y="3785616"/>
            <a:ext cx="3108960" cy="1170432"/>
          </a:xfrm>
          <a:prstGeom prst="rect">
            <a:avLst/>
          </a:prstGeom>
          <a:solidFill>
            <a:srgbClr val="0D4A28">
              <a:alpha val="80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69280" y="3785616"/>
            <a:ext cx="109728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33872" y="387705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28" name="Text 25"/>
          <p:cNvSpPr/>
          <p:nvPr/>
        </p:nvSpPr>
        <p:spPr>
          <a:xfrm>
            <a:off x="5833872" y="43525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Surahs with Ayaat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58000" y="39502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Maryam·TaHa·Anbiya · Hajj·Ahqaf·Furqan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Abdullah Waseem  | 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315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37744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402336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566928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73152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89611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4592"/>
            <a:ext cx="10058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45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Q &amp; 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Answers — 65+ Questions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576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across 6 types · filterable by Surah and Category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444752"/>
            <a:ext cx="2788920" cy="1554480"/>
          </a:xfrm>
          <a:prstGeom prst="rect">
            <a:avLst/>
          </a:prstGeom>
          <a:solidFill>
            <a:srgbClr val="0D4A28">
              <a:alpha val="80000"/>
            </a:srgbClr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68880" y="1536192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~18 Qs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Anbiya Karam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" y="232257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25420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Moses, Ibrahim, Sulaiman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10128" y="1444752"/>
            <a:ext cx="2788920" cy="1554480"/>
          </a:xfrm>
          <a:prstGeom prst="rect">
            <a:avLst/>
          </a:prstGeom>
          <a:solidFill>
            <a:srgbClr val="0D4A28">
              <a:alpha val="80000"/>
            </a:srgbClr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19856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13248" y="1536192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 Qs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19856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Aqwam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19856" y="232257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19856" y="25420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Ad, Saba, Bani Israeel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54496" y="1444752"/>
            <a:ext cx="2788920" cy="1554480"/>
          </a:xfrm>
          <a:prstGeom prst="rect">
            <a:avLst/>
          </a:prstGeom>
          <a:solidFill>
            <a:srgbClr val="0D4A28">
              <a:alpha val="8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64224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57616" y="1536192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 Qs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64224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Shakhsiyat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64224" y="232257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64224" y="25420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Najashi, Qaroon, Fir'awn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136392"/>
            <a:ext cx="2788920" cy="1554480"/>
          </a:xfrm>
          <a:prstGeom prst="rect">
            <a:avLst/>
          </a:prstGeom>
          <a:solidFill>
            <a:srgbClr val="0D4A28">
              <a:alpha val="80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" y="3227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H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468880" y="3227832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 Qs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" y="3703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Tarikhi Waqiat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5488" y="401421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Events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" y="4233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Hijrat-e-Habsha, Jihad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10128" y="3136392"/>
            <a:ext cx="2788920" cy="1554480"/>
          </a:xfrm>
          <a:prstGeom prst="rect">
            <a:avLst/>
          </a:prstGeom>
          <a:solidFill>
            <a:srgbClr val="0D4A28">
              <a:alpha val="80000"/>
            </a:srgbClr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419856" y="3227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F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413248" y="3227832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 Qs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419856" y="3703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Fazail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419856" y="401421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19856" y="4233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Ya-Sin, As-Sajdah merits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54496" y="3136392"/>
            <a:ext cx="2788920" cy="1554480"/>
          </a:xfrm>
          <a:prstGeom prst="rect">
            <a:avLst/>
          </a:prstGeom>
          <a:solidFill>
            <a:srgbClr val="0D4A28">
              <a:alpha val="80000"/>
            </a:srgbClr>
          </a:solidFill>
          <a:ln w="19050">
            <a:solidFill>
              <a:srgbClr val="65A3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64224" y="3227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I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8357616" y="3227832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5A3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~21 Qs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64224" y="3703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Surah Introduction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364224" y="401421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Surah Intro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64224" y="4233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reasons, summaries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Abdullah Waseem  |  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315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37744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402336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566928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73152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89611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4592"/>
            <a:ext cx="118872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45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FEATURES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Interactive Features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65760" y="1207008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1261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126187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MCQ Quiz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15544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Full+Surah modes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78608" y="1207008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51760" y="1261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🎲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35808" y="126187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Exam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35808" y="15544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40-Q random set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91456" y="1207008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64608" y="1261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48656" y="126187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Quiz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48656" y="15544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 per question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004304" y="1207008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77456" y="1261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61504" y="126187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Mistake Mode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61504" y="15544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answer bank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139696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8912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21945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Flashcards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24871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vocabulary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78608" y="2139696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65A30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6517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🔤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035808" y="21945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 MCQ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35808" y="24871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words as MCQ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91456" y="2139696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E11D4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64608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🎮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48656" y="21945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Game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48656" y="24871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Arabic↔Urdu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004304" y="2139696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077456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61504" y="21945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Ayaat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61504" y="24871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Word-by-word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3072384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38912" y="3127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2960" y="31272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Q&amp;A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2960" y="34198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answers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78608" y="3072384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651760" y="3127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035808" y="31272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035808" y="34198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search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91456" y="3072384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864608" y="3127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248656" y="31272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48656" y="34198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004304" y="3072384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077456" y="3127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🔖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461504" y="31272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Bookmarks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461504" y="34198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questions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4005072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65A30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38912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22960" y="40599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Themes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960" y="4352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578608" y="4005072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E11D4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2651760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🏅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3035808" y="40599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Badges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035808" y="4352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system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91456" y="4005072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4864608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248656" y="40599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248656" y="4352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chart types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004304" y="4005072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7077456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461504" y="40599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461504" y="4352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results stored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65760" y="4937760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38912" y="4992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📥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22960" y="49926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22960" y="52852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result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578608" y="4937760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2651760" y="4992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⌨️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3035808" y="49926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Keyboard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3035808" y="52852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shortcuts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791456" y="4937760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4864608" y="4992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⛶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5248656" y="49926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Fullscreen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5248656" y="52852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mode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004304" y="4937760"/>
            <a:ext cx="2084832" cy="822960"/>
          </a:xfrm>
          <a:prstGeom prst="rect">
            <a:avLst/>
          </a:prstGeom>
          <a:solidFill>
            <a:srgbClr val="0D4A28">
              <a:alpha val="75000"/>
            </a:srgbClr>
          </a:solidFill>
          <a:ln w="12700">
            <a:solidFill>
              <a:srgbClr val="65A30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7077456" y="4992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📲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7461504" y="49926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PWA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7461504" y="52852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app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Abdullah Waseem  |  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315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37744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402336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566928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73152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89611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4592"/>
            <a:ext cx="118872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45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THEMES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Themes — 5 Categories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65760" y="1234440"/>
            <a:ext cx="1581912" cy="3291840"/>
          </a:xfrm>
          <a:prstGeom prst="rect">
            <a:avLst/>
          </a:prstGeom>
          <a:solidFill>
            <a:srgbClr val="0D4A28">
              <a:alpha val="7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1581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Islamic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157276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themes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" y="1920240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1920240"/>
            <a:ext cx="384048" cy="384048"/>
          </a:xfrm>
          <a:prstGeom prst="rect">
            <a:avLst/>
          </a:prstGeom>
          <a:solidFill>
            <a:srgbClr val="155C35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89888" y="1920240"/>
            <a:ext cx="384048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377440"/>
            <a:ext cx="38404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2377440"/>
            <a:ext cx="384048" cy="384048"/>
          </a:xfrm>
          <a:prstGeom prst="rect">
            <a:avLst/>
          </a:prstGeom>
          <a:solidFill>
            <a:srgbClr val="92400E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89888" y="2377440"/>
            <a:ext cx="384048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84832" y="1234440"/>
            <a:ext cx="1581912" cy="3291840"/>
          </a:xfrm>
          <a:prstGeom prst="rect">
            <a:avLst/>
          </a:prstGeom>
          <a:solidFill>
            <a:srgbClr val="0D4A28">
              <a:alpha val="7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4832" y="1261872"/>
            <a:ext cx="1581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84832" y="157276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themes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94560" y="1920240"/>
            <a:ext cx="384048" cy="384048"/>
          </a:xfrm>
          <a:prstGeom prst="rect">
            <a:avLst/>
          </a:prstGeom>
          <a:solidFill>
            <a:srgbClr val="D4AF37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920240"/>
            <a:ext cx="384048" cy="384048"/>
          </a:xfrm>
          <a:prstGeom prst="rect">
            <a:avLst/>
          </a:prstGeom>
          <a:solidFill>
            <a:srgbClr val="7C5C2E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1920240"/>
            <a:ext cx="384048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2377440"/>
            <a:ext cx="384048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51760" y="2377440"/>
            <a:ext cx="384048" cy="384048"/>
          </a:xfrm>
          <a:prstGeom prst="rect">
            <a:avLst/>
          </a:prstGeom>
          <a:solidFill>
            <a:srgbClr val="F0F0F0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2377440"/>
            <a:ext cx="384048" cy="384048"/>
          </a:xfrm>
          <a:prstGeom prst="rect">
            <a:avLst/>
          </a:prstGeom>
          <a:solidFill>
            <a:srgbClr val="CCCCCC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03904" y="1234440"/>
            <a:ext cx="1581912" cy="3291840"/>
          </a:xfrm>
          <a:prstGeom prst="rect">
            <a:avLst/>
          </a:prstGeom>
          <a:solidFill>
            <a:srgbClr val="0D4A28">
              <a:alpha val="7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03904" y="1261872"/>
            <a:ext cx="1581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03904" y="157276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themes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913632" y="1920240"/>
            <a:ext cx="384048" cy="384048"/>
          </a:xfrm>
          <a:prstGeom prst="rect">
            <a:avLst/>
          </a:prstGeom>
          <a:solidFill>
            <a:srgbClr val="1E1B4B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70832" y="1920240"/>
            <a:ext cx="384048" cy="384048"/>
          </a:xfrm>
          <a:prstGeom prst="rect">
            <a:avLst/>
          </a:prstGeom>
          <a:solidFill>
            <a:srgbClr val="212121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1920240"/>
            <a:ext cx="384048" cy="384048"/>
          </a:xfrm>
          <a:prstGeom prst="rect">
            <a:avLst/>
          </a:prstGeom>
          <a:solidFill>
            <a:srgbClr val="0C4A6E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13632" y="2377440"/>
            <a:ext cx="384048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70832" y="2377440"/>
            <a:ext cx="384048" cy="384048"/>
          </a:xfrm>
          <a:prstGeom prst="rect">
            <a:avLst/>
          </a:prstGeom>
          <a:solidFill>
            <a:srgbClr val="7C2D12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22976" y="1234440"/>
            <a:ext cx="1581912" cy="3291840"/>
          </a:xfrm>
          <a:prstGeom prst="rect">
            <a:avLst/>
          </a:prstGeom>
          <a:solidFill>
            <a:srgbClr val="0D4A28">
              <a:alpha val="7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22976" y="1261872"/>
            <a:ext cx="1581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Colorful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22976" y="157276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themes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32704" y="1920240"/>
            <a:ext cx="384048" cy="384048"/>
          </a:xfrm>
          <a:prstGeom prst="rect">
            <a:avLst/>
          </a:prstGeom>
          <a:solidFill>
            <a:srgbClr val="9D174D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89904" y="1920240"/>
            <a:ext cx="384048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47104" y="1920240"/>
            <a:ext cx="384048" cy="384048"/>
          </a:xfrm>
          <a:prstGeom prst="rect">
            <a:avLst/>
          </a:prstGeom>
          <a:solidFill>
            <a:srgbClr val="92400E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32704" y="2377440"/>
            <a:ext cx="384048" cy="384048"/>
          </a:xfrm>
          <a:prstGeom prst="rect">
            <a:avLst/>
          </a:prstGeom>
          <a:solidFill>
            <a:srgbClr val="991B1B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89904" y="2377440"/>
            <a:ext cx="38404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42048" y="1234440"/>
            <a:ext cx="1581912" cy="3291840"/>
          </a:xfrm>
          <a:prstGeom prst="rect">
            <a:avLst/>
          </a:prstGeom>
          <a:solidFill>
            <a:srgbClr val="0D4A28">
              <a:alpha val="7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1261872"/>
            <a:ext cx="1581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242048" y="157276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themes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351776" y="1920240"/>
            <a:ext cx="384048" cy="384048"/>
          </a:xfrm>
          <a:prstGeom prst="rect">
            <a:avLst/>
          </a:prstGeom>
          <a:solidFill>
            <a:srgbClr val="86198F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08976" y="1920240"/>
            <a:ext cx="384048" cy="384048"/>
          </a:xfrm>
          <a:prstGeom prst="rect">
            <a:avLst/>
          </a:prstGeom>
          <a:solidFill>
            <a:srgbClr val="78350F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66176" y="1920240"/>
            <a:ext cx="384048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51776" y="2377440"/>
            <a:ext cx="384048" cy="384048"/>
          </a:xfrm>
          <a:prstGeom prst="rect">
            <a:avLst/>
          </a:prstGeom>
          <a:solidFill>
            <a:srgbClr val="365314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08976" y="2377440"/>
            <a:ext cx="384048" cy="384048"/>
          </a:xfrm>
          <a:prstGeom prst="rect">
            <a:avLst/>
          </a:prstGeom>
          <a:solidFill>
            <a:srgbClr val="78350F"/>
          </a:solidFill>
          <a:ln w="12700">
            <a:solidFill>
              <a:srgbClr val="0A1F1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System Highlights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Abdullah Waseem  |  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315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37744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402336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566928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73152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89611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4592"/>
            <a:ext cx="118872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45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BADGES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Achievement Badges</a:t>
            </a:r>
            <a:endParaRPr lang="en-US" sz="3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65760" y="1170432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349240" y="1170432"/>
            <a:ext cx="1737360" cy="1005840"/>
          </a:xfrm>
          <a:prstGeom prst="rect">
            <a:avLst/>
          </a:prstGeom>
          <a:solidFill>
            <a:srgbClr val="0D4A28">
              <a:alpha val="80000"/>
            </a:srgbClr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94960" y="1243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👑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852160" y="12435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Champion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852160" y="1554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15 badges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223760" y="1170432"/>
            <a:ext cx="1737360" cy="1005840"/>
          </a:xfrm>
          <a:prstGeom prst="rect">
            <a:avLst/>
          </a:prstGeom>
          <a:solidFill>
            <a:srgbClr val="0D4A28">
              <a:alpha val="80000"/>
            </a:srgbClr>
          </a:solidFill>
          <a:ln w="19050">
            <a:solidFill>
              <a:srgbClr val="65A3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69480" y="1243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💯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726680" y="12435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726680" y="1554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349240" y="2295144"/>
            <a:ext cx="1737360" cy="1005840"/>
          </a:xfrm>
          <a:prstGeom prst="rect">
            <a:avLst/>
          </a:prstGeom>
          <a:solidFill>
            <a:srgbClr val="0D4A28">
              <a:alpha val="8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394960" y="2368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852160" y="23682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852160" y="26791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tests completed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223760" y="2295144"/>
            <a:ext cx="1737360" cy="1005840"/>
          </a:xfrm>
          <a:prstGeom prst="rect">
            <a:avLst/>
          </a:prstGeom>
          <a:solidFill>
            <a:srgbClr val="0D4A28">
              <a:alpha val="80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269480" y="2368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726680" y="23682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Master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726680" y="26791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Speed Quiz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349240" y="3419856"/>
            <a:ext cx="1737360" cy="1005840"/>
          </a:xfrm>
          <a:prstGeom prst="rect">
            <a:avLst/>
          </a:prstGeom>
          <a:solidFill>
            <a:srgbClr val="0D4A28">
              <a:alpha val="80000"/>
            </a:srgbClr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39496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5852160" y="34930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Known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852160" y="380390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flashcards known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223760" y="3419856"/>
            <a:ext cx="1737360" cy="1005840"/>
          </a:xfrm>
          <a:prstGeom prst="rect">
            <a:avLst/>
          </a:prstGeom>
          <a:solidFill>
            <a:srgbClr val="0D4A28">
              <a:alpha val="80000"/>
            </a:srgbClr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2694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7726680" y="34930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Explorer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726680" y="380390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every section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Abdullah Waseem  | 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315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37744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402336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566928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73152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89611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4592"/>
            <a:ext cx="109728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45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TECH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Summary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07008"/>
          <a:ext cx="411480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8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8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28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HTML 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~266 KB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 Framework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JavaScript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Chart.js 4.4 (CDN)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 Font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Amiri (Google Fonts)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Urdu Font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Noto Nastaliq Urdu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Font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Cinzel (Google Fonts)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LocalStorage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Required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load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AF6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Installable on mobile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7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12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709160" y="1207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LocalStorage Keys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09160" y="1600200"/>
            <a:ext cx="4069080" cy="420624"/>
          </a:xfrm>
          <a:prstGeom prst="rect">
            <a:avLst/>
          </a:prstGeom>
          <a:solidFill>
            <a:srgbClr val="0D4A28">
              <a:alpha val="70000"/>
            </a:srgbClr>
          </a:solidFill>
          <a:ln w="12700">
            <a:solidFill>
              <a:srgbClr val="155C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tq_bookmarks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766560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Bookmarked question texts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709160" y="2093976"/>
            <a:ext cx="4069080" cy="420624"/>
          </a:xfrm>
          <a:prstGeom prst="rect">
            <a:avLst/>
          </a:prstGeom>
          <a:solidFill>
            <a:srgbClr val="0D4A28">
              <a:alpha val="70000"/>
            </a:srgbClr>
          </a:solidFill>
          <a:ln w="12700">
            <a:solidFill>
              <a:srgbClr val="155C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21214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tq_mistakes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766560" y="21214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answer bank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709160" y="2587752"/>
            <a:ext cx="4069080" cy="420624"/>
          </a:xfrm>
          <a:prstGeom prst="rect">
            <a:avLst/>
          </a:prstGeom>
          <a:solidFill>
            <a:srgbClr val="0D4A28">
              <a:alpha val="70000"/>
            </a:srgbClr>
          </a:solidFill>
          <a:ln w="12700">
            <a:solidFill>
              <a:srgbClr val="155C3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3168" y="26151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tq_history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766560" y="26151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50 quiz results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9160" y="3081528"/>
            <a:ext cx="4069080" cy="420624"/>
          </a:xfrm>
          <a:prstGeom prst="rect">
            <a:avLst/>
          </a:prstGeom>
          <a:solidFill>
            <a:srgbClr val="0D4A28">
              <a:alpha val="70000"/>
            </a:srgbClr>
          </a:solidFill>
          <a:ln w="12700">
            <a:solidFill>
              <a:srgbClr val="155C3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3168" y="3108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tq_badges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766560" y="3108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badge IDs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709160" y="3575304"/>
            <a:ext cx="4069080" cy="420624"/>
          </a:xfrm>
          <a:prstGeom prst="rect">
            <a:avLst/>
          </a:prstGeom>
          <a:solidFill>
            <a:srgbClr val="0D4A28">
              <a:alpha val="70000"/>
            </a:srgbClr>
          </a:solidFill>
          <a:ln w="12700">
            <a:solidFill>
              <a:srgbClr val="155C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73168" y="36027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tq_progress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766560" y="36027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Per-Surah progress %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709160" y="4069080"/>
            <a:ext cx="4069080" cy="420624"/>
          </a:xfrm>
          <a:prstGeom prst="rect">
            <a:avLst/>
          </a:prstGeom>
          <a:solidFill>
            <a:srgbClr val="0D4A28">
              <a:alpha val="70000"/>
            </a:srgbClr>
          </a:solidFill>
          <a:ln w="12700">
            <a:solidFill>
              <a:srgbClr val="155C3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73168" y="4096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tq_themeId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766560" y="4096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theme ID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Abdullah Waseem  |  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9144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7315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237744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402336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566928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731520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800000">
            <a:off x="8961120" y="-274320"/>
            <a:ext cx="54864" cy="5943600"/>
          </a:xfrm>
          <a:prstGeom prst="rect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-731520"/>
            <a:ext cx="5486400" cy="5486400"/>
          </a:xfrm>
          <a:prstGeom prst="ellipse">
            <a:avLst/>
          </a:prstGeom>
          <a:solidFill>
            <a:srgbClr val="C9A84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82880"/>
            <a:ext cx="3657600" cy="3657600"/>
          </a:xfrm>
          <a:prstGeom prst="ellipse">
            <a:avLst/>
          </a:prstGeom>
          <a:solidFill>
            <a:srgbClr val="1E7A47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914400" y="2286000"/>
            <a:ext cx="3200400" cy="3200400"/>
          </a:xfrm>
          <a:prstGeom prst="ellipse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جَزَاكَ اللّٰهُ خَيْرًا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" y="9326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Data Summary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365760" y="1664208"/>
            <a:ext cx="1993392" cy="1298448"/>
          </a:xfrm>
          <a:prstGeom prst="rect">
            <a:avLst/>
          </a:prstGeom>
          <a:solidFill>
            <a:srgbClr val="0D4A28">
              <a:alpha val="85000"/>
            </a:srgbClr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175564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7200" y="234086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Questions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615184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Surahs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96312" y="1664208"/>
            <a:ext cx="1993392" cy="1298448"/>
          </a:xfrm>
          <a:prstGeom prst="rect">
            <a:avLst/>
          </a:prstGeom>
          <a:solidFill>
            <a:srgbClr val="0D4A28">
              <a:alpha val="85000"/>
            </a:srgbClr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96312" y="175564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2587752" y="234086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Words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87752" y="2615184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Surahs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26864" y="1664208"/>
            <a:ext cx="1993392" cy="1298448"/>
          </a:xfrm>
          <a:prstGeom prst="rect">
            <a:avLst/>
          </a:prstGeom>
          <a:solidFill>
            <a:srgbClr val="0D4A28">
              <a:alpha val="85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26864" y="175564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65+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4718304" y="234086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Q&amp;A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18304" y="2615184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Categories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57416" y="1664208"/>
            <a:ext cx="1993392" cy="1298448"/>
          </a:xfrm>
          <a:prstGeom prst="rect">
            <a:avLst/>
          </a:prstGeom>
          <a:solidFill>
            <a:srgbClr val="0D4A28">
              <a:alpha val="85000"/>
            </a:srgbClr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57416" y="175564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6848856" y="234086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 Points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48856" y="2615184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3108960"/>
            <a:ext cx="1993392" cy="1298448"/>
          </a:xfrm>
          <a:prstGeom prst="rect">
            <a:avLst/>
          </a:prstGeom>
          <a:solidFill>
            <a:srgbClr val="0D4A28">
              <a:alpha val="85000"/>
            </a:srgbClr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320040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457200" y="378561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Themes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059936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496312" y="3108960"/>
            <a:ext cx="1993392" cy="1298448"/>
          </a:xfrm>
          <a:prstGeom prst="rect">
            <a:avLst/>
          </a:prstGeom>
          <a:solidFill>
            <a:srgbClr val="0D4A28">
              <a:alpha val="85000"/>
            </a:srgbClr>
          </a:solidFill>
          <a:ln w="25400">
            <a:solidFill>
              <a:srgbClr val="65A30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496312" y="320040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5A3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2587752" y="378561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587752" y="4059936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Groups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26864" y="3108960"/>
            <a:ext cx="1993392" cy="1298448"/>
          </a:xfrm>
          <a:prstGeom prst="rect">
            <a:avLst/>
          </a:prstGeom>
          <a:solidFill>
            <a:srgbClr val="0D4A28">
              <a:alpha val="85000"/>
            </a:srgbClr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626864" y="320040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4718304" y="378561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18304" y="4059936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757416" y="3108960"/>
            <a:ext cx="1993392" cy="1298448"/>
          </a:xfrm>
          <a:prstGeom prst="rect">
            <a:avLst/>
          </a:prstGeom>
          <a:solidFill>
            <a:srgbClr val="0D4A28">
              <a:alpha val="85000"/>
            </a:srgbClr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757416" y="320040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6848856" y="378561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Ayaat (Word×Word)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848856" y="4059936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Surahs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4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Abdullah Waseem  |  حافظ عبداللہ وسیم  |  Tarjamat-ul-Quran Digital System  |  9th Class — Lahore Board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Tarjamat-ul-Quran — Digital Quiz System</dc:title>
  <dc:subject>9th Class Educational App Presentation</dc:subject>
  <dc:creator>Hafiz Abdullah Waseem</dc:creator>
  <cp:lastModifiedBy>Hafiz Abdullah Waseem</cp:lastModifiedBy>
  <cp:revision>1</cp:revision>
  <dcterms:created xsi:type="dcterms:W3CDTF">2026-03-15T22:33:17Z</dcterms:created>
  <dcterms:modified xsi:type="dcterms:W3CDTF">2026-03-15T22:33:17Z</dcterms:modified>
</cp:coreProperties>
</file>